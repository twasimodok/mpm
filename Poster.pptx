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1089600" cy="4206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48" userDrawn="1">
          <p15:clr>
            <a:srgbClr val="A4A3A4"/>
          </p15:clr>
        </p15:guide>
        <p15:guide id="2" pos="9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4995" autoAdjust="0"/>
    <p:restoredTop sz="94660"/>
  </p:normalViewPr>
  <p:slideViewPr>
    <p:cSldViewPr snapToGrid="0">
      <p:cViewPr varScale="1">
        <p:scale>
          <a:sx n="13" d="100"/>
          <a:sy n="13" d="100"/>
        </p:scale>
        <p:origin x="2558" y="144"/>
      </p:cViewPr>
      <p:guideLst>
        <p:guide orient="horz" pos="13248"/>
        <p:guide pos="97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>
        <p:scale>
          <a:sx n="107" d="100"/>
          <a:sy n="107" d="100"/>
        </p:scale>
        <p:origin x="2179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47B02EA-404B-71E3-2A60-797A3066E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13" name="Google Shape;95;p1">
            <a:extLst>
              <a:ext uri="{FF2B5EF4-FFF2-40B4-BE49-F238E27FC236}">
                <a16:creationId xmlns:a16="http://schemas.microsoft.com/office/drawing/2014/main" id="{FDDA458D-07AF-1DEC-EDF3-4EF66DAF7D9C}"/>
              </a:ext>
            </a:extLst>
          </p:cNvPr>
          <p:cNvSpPr/>
          <p:nvPr/>
        </p:nvSpPr>
        <p:spPr>
          <a:xfrm>
            <a:off x="1031921" y="558356"/>
            <a:ext cx="4866179" cy="66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1800" b="1" dirty="0">
                <a:solidFill>
                  <a:srgbClr val="00206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Hybrid SOM-GMM Framework for AI/ML-Driven Mineral Prospectivity Mapping Using Multi-Modal Geoscience Data</a:t>
            </a:r>
          </a:p>
          <a:p>
            <a:pPr algn="ctr"/>
            <a:r>
              <a:rPr lang="en-US" sz="1100" b="1" dirty="0">
                <a:latin typeface="Arial" panose="020B0604020202020204" pitchFamily="34" charset="0"/>
                <a:ea typeface="Roboto" panose="020B0604020202020204" charset="0"/>
                <a:cs typeface="Arial" panose="020B0604020202020204" pitchFamily="34" charset="0"/>
              </a:rPr>
              <a:t>Twarita Prashant Kasabe</a:t>
            </a:r>
            <a:r>
              <a:rPr lang="en-US" sz="1100" b="1" baseline="30000" dirty="0">
                <a:latin typeface="Arial" panose="020B0604020202020204" pitchFamily="34" charset="0"/>
                <a:ea typeface="Roboto" panose="020B0604020202020204" charset="0"/>
                <a:cs typeface="Arial" panose="020B0604020202020204" pitchFamily="34" charset="0"/>
              </a:rPr>
              <a:t> </a:t>
            </a:r>
            <a:r>
              <a:rPr lang="en-US" sz="1100" baseline="30000" dirty="0">
                <a:latin typeface="Arial" panose="020B0604020202020204" pitchFamily="34" charset="0"/>
                <a:ea typeface="Roboto" panose="020B0604020202020204" charset="0"/>
                <a:cs typeface="Arial" panose="020B0604020202020204" pitchFamily="34" charset="0"/>
              </a:rPr>
              <a:t>1,2</a:t>
            </a:r>
            <a:r>
              <a:rPr lang="en-IN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Srinivasa Rao </a:t>
            </a:r>
            <a:r>
              <a:rPr lang="en-IN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Gangumalla</a:t>
            </a:r>
            <a:r>
              <a:rPr lang="en-US" sz="1100" b="1" baseline="30000" dirty="0">
                <a:latin typeface="Arial" panose="020B0604020202020204" pitchFamily="34" charset="0"/>
                <a:ea typeface="Roboto" panose="020B0604020202020204" charset="0"/>
                <a:cs typeface="Arial" panose="020B0604020202020204" pitchFamily="34" charset="0"/>
              </a:rPr>
              <a:t> </a:t>
            </a:r>
            <a:r>
              <a:rPr lang="en-US" sz="1100" baseline="30000" dirty="0">
                <a:latin typeface="Arial" panose="020B0604020202020204" pitchFamily="34" charset="0"/>
                <a:ea typeface="Roboto" panose="020B0604020202020204" charset="0"/>
                <a:cs typeface="Arial" panose="020B0604020202020204" pitchFamily="34" charset="0"/>
              </a:rPr>
              <a:t>2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100" baseline="30000" dirty="0">
                <a:latin typeface="Arial" panose="020B0604020202020204" pitchFamily="34" charset="0"/>
                <a:ea typeface="Roboto" panose="020B0604020202020204" charset="0"/>
                <a:cs typeface="Arial" panose="020B0604020202020204" pitchFamily="34" charset="0"/>
              </a:rPr>
              <a:t>1</a:t>
            </a:r>
            <a:r>
              <a:rPr lang="en-IN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100" dirty="0">
                <a:latin typeface="Arial" panose="020B0604020202020204" pitchFamily="34" charset="0"/>
                <a:ea typeface="Roboto" panose="020B0604020202020204" charset="0"/>
                <a:cs typeface="Arial" panose="020B0604020202020204" pitchFamily="34" charset="0"/>
              </a:rPr>
              <a:t>Department of Technology, Savitribai Phule Pune University</a:t>
            </a:r>
            <a:endParaRPr lang="en-US" sz="1100" dirty="0">
              <a:latin typeface="Arial" panose="020B0604020202020204" pitchFamily="34" charset="0"/>
              <a:ea typeface="Roboto" panose="020B0604020202020204" charset="0"/>
              <a:cs typeface="Arial" panose="020B0604020202020204" pitchFamily="34" charset="0"/>
            </a:endParaRPr>
          </a:p>
          <a:p>
            <a:pPr algn="ctr"/>
            <a:r>
              <a:rPr lang="en-US" sz="1100" baseline="30000" dirty="0">
                <a:latin typeface="Arial" panose="020B0604020202020204" pitchFamily="34" charset="0"/>
                <a:ea typeface="Roboto" panose="020B0604020202020204" charset="0"/>
                <a:cs typeface="Arial" panose="020B0604020202020204" pitchFamily="34" charset="0"/>
              </a:rPr>
              <a:t>2  </a:t>
            </a:r>
            <a:r>
              <a:rPr lang="en-US" sz="1100" dirty="0">
                <a:latin typeface="Arial" panose="020B0604020202020204" pitchFamily="34" charset="0"/>
                <a:ea typeface="Roboto" panose="020B0604020202020204" charset="0"/>
                <a:cs typeface="Arial" panose="020B0604020202020204" pitchFamily="34" charset="0"/>
              </a:rPr>
              <a:t>Department of Earth Sciences, IIT Bombay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1E0733-7FFA-33EB-0492-BE7E00327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8552" y="267010"/>
            <a:ext cx="1028714" cy="9588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93A674C-7EA1-0BAF-E0EF-6237CA661DED}"/>
              </a:ext>
            </a:extLst>
          </p:cNvPr>
          <p:cNvSpPr txBox="1"/>
          <p:nvPr/>
        </p:nvSpPr>
        <p:spPr>
          <a:xfrm>
            <a:off x="186069" y="1729039"/>
            <a:ext cx="6480000" cy="151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5EA68D-EF09-1D7E-EE32-9E880A538212}"/>
              </a:ext>
            </a:extLst>
          </p:cNvPr>
          <p:cNvSpPr txBox="1"/>
          <p:nvPr/>
        </p:nvSpPr>
        <p:spPr>
          <a:xfrm>
            <a:off x="186069" y="3368202"/>
            <a:ext cx="3159000" cy="277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27A187-D31F-6F78-77CC-EF2A81CBAAD0}"/>
              </a:ext>
            </a:extLst>
          </p:cNvPr>
          <p:cNvSpPr txBox="1"/>
          <p:nvPr/>
        </p:nvSpPr>
        <p:spPr>
          <a:xfrm>
            <a:off x="186069" y="6261092"/>
            <a:ext cx="6480000" cy="17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29F295-7D22-6464-5DC9-CADB62DE33E8}"/>
              </a:ext>
            </a:extLst>
          </p:cNvPr>
          <p:cNvSpPr txBox="1"/>
          <p:nvPr/>
        </p:nvSpPr>
        <p:spPr>
          <a:xfrm>
            <a:off x="3465011" y="3368202"/>
            <a:ext cx="3204000" cy="277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DB91D1-A821-6ACC-DCF2-DAC0F53B8B06}"/>
              </a:ext>
            </a:extLst>
          </p:cNvPr>
          <p:cNvSpPr txBox="1"/>
          <p:nvPr/>
        </p:nvSpPr>
        <p:spPr>
          <a:xfrm>
            <a:off x="2206912" y="1656620"/>
            <a:ext cx="2516198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FFD3EC-BF1A-5669-56DB-3396FCA6502E}"/>
              </a:ext>
            </a:extLst>
          </p:cNvPr>
          <p:cNvSpPr txBox="1"/>
          <p:nvPr/>
        </p:nvSpPr>
        <p:spPr>
          <a:xfrm>
            <a:off x="789727" y="4660402"/>
            <a:ext cx="1215000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7D67E4-0E64-B113-FC70-DB8CB342590A}"/>
              </a:ext>
            </a:extLst>
          </p:cNvPr>
          <p:cNvSpPr txBox="1"/>
          <p:nvPr/>
        </p:nvSpPr>
        <p:spPr>
          <a:xfrm>
            <a:off x="4286587" y="3326592"/>
            <a:ext cx="1712061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BB30DB-F2B9-E358-7BAC-D7F37576CB76}"/>
              </a:ext>
            </a:extLst>
          </p:cNvPr>
          <p:cNvSpPr txBox="1"/>
          <p:nvPr/>
        </p:nvSpPr>
        <p:spPr>
          <a:xfrm>
            <a:off x="186069" y="8106777"/>
            <a:ext cx="6480000" cy="9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057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1pPr>
    <a:lvl2pPr marL="1755648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2pPr>
    <a:lvl3pPr marL="3511296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3pPr>
    <a:lvl4pPr marL="5266944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4pPr>
    <a:lvl5pPr marL="7022592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5pPr>
    <a:lvl6pPr marL="8778240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6pPr>
    <a:lvl7pPr marL="10533888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7pPr>
    <a:lvl8pPr marL="12289536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8pPr>
    <a:lvl9pPr marL="14045184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07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720" y="6883826"/>
            <a:ext cx="26426160" cy="14643947"/>
          </a:xfrm>
        </p:spPr>
        <p:txBody>
          <a:bodyPr anchor="b"/>
          <a:lstStyle>
            <a:lvl1pPr algn="ctr">
              <a:defRPr sz="20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0" y="22092500"/>
            <a:ext cx="23317200" cy="10155340"/>
          </a:xfrm>
        </p:spPr>
        <p:txBody>
          <a:bodyPr/>
          <a:lstStyle>
            <a:lvl1pPr marL="0" indent="0" algn="ctr">
              <a:buNone/>
              <a:defRPr sz="8160"/>
            </a:lvl1pPr>
            <a:lvl2pPr marL="1554480" indent="0" algn="ctr">
              <a:buNone/>
              <a:defRPr sz="6800"/>
            </a:lvl2pPr>
            <a:lvl3pPr marL="3108960" indent="0" algn="ctr">
              <a:buNone/>
              <a:defRPr sz="6120"/>
            </a:lvl3pPr>
            <a:lvl4pPr marL="4663440" indent="0" algn="ctr">
              <a:buNone/>
              <a:defRPr sz="5440"/>
            </a:lvl4pPr>
            <a:lvl5pPr marL="6217920" indent="0" algn="ctr">
              <a:buNone/>
              <a:defRPr sz="5440"/>
            </a:lvl5pPr>
            <a:lvl6pPr marL="7772400" indent="0" algn="ctr">
              <a:buNone/>
              <a:defRPr sz="5440"/>
            </a:lvl6pPr>
            <a:lvl7pPr marL="9326880" indent="0" algn="ctr">
              <a:buNone/>
              <a:defRPr sz="5440"/>
            </a:lvl7pPr>
            <a:lvl8pPr marL="10881360" indent="0" algn="ctr">
              <a:buNone/>
              <a:defRPr sz="5440"/>
            </a:lvl8pPr>
            <a:lvl9pPr marL="12435840" indent="0" algn="ctr">
              <a:buNone/>
              <a:defRPr sz="5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08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1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1219" y="10486402"/>
            <a:ext cx="26814780" cy="17496787"/>
          </a:xfrm>
        </p:spPr>
        <p:txBody>
          <a:bodyPr anchor="b"/>
          <a:lstStyle>
            <a:lvl1pPr>
              <a:defRPr sz="20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219" y="28148716"/>
            <a:ext cx="26814780" cy="9201147"/>
          </a:xfrm>
        </p:spPr>
        <p:txBody>
          <a:bodyPr/>
          <a:lstStyle>
            <a:lvl1pPr marL="0" indent="0">
              <a:buNone/>
              <a:defRPr sz="8160">
                <a:solidFill>
                  <a:schemeClr val="tx1"/>
                </a:solidFill>
              </a:defRPr>
            </a:lvl1pPr>
            <a:lvl2pPr marL="155448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2pPr>
            <a:lvl3pPr marL="3108960" indent="0">
              <a:buNone/>
              <a:defRPr sz="6120">
                <a:solidFill>
                  <a:schemeClr val="tx1">
                    <a:tint val="75000"/>
                  </a:schemeClr>
                </a:solidFill>
              </a:defRPr>
            </a:lvl3pPr>
            <a:lvl4pPr marL="4663440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4pPr>
            <a:lvl5pPr marL="6217920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5pPr>
            <a:lvl6pPr marL="7772400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6pPr>
            <a:lvl7pPr marL="9326880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7pPr>
            <a:lvl8pPr marL="10881360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8pPr>
            <a:lvl9pPr marL="12435840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83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37410" y="11197167"/>
            <a:ext cx="13213080" cy="26688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39110" y="11197167"/>
            <a:ext cx="13213080" cy="26688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24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59" y="2239442"/>
            <a:ext cx="26814780" cy="813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463" y="10311133"/>
            <a:ext cx="13152356" cy="5053327"/>
          </a:xfrm>
        </p:spPr>
        <p:txBody>
          <a:bodyPr anchor="b"/>
          <a:lstStyle>
            <a:lvl1pPr marL="0" indent="0">
              <a:buNone/>
              <a:defRPr sz="8160" b="1"/>
            </a:lvl1pPr>
            <a:lvl2pPr marL="1554480" indent="0">
              <a:buNone/>
              <a:defRPr sz="6800" b="1"/>
            </a:lvl2pPr>
            <a:lvl3pPr marL="3108960" indent="0">
              <a:buNone/>
              <a:defRPr sz="6120" b="1"/>
            </a:lvl3pPr>
            <a:lvl4pPr marL="4663440" indent="0">
              <a:buNone/>
              <a:defRPr sz="5440" b="1"/>
            </a:lvl4pPr>
            <a:lvl5pPr marL="6217920" indent="0">
              <a:buNone/>
              <a:defRPr sz="5440" b="1"/>
            </a:lvl5pPr>
            <a:lvl6pPr marL="7772400" indent="0">
              <a:buNone/>
              <a:defRPr sz="5440" b="1"/>
            </a:lvl6pPr>
            <a:lvl7pPr marL="9326880" indent="0">
              <a:buNone/>
              <a:defRPr sz="5440" b="1"/>
            </a:lvl7pPr>
            <a:lvl8pPr marL="10881360" indent="0">
              <a:buNone/>
              <a:defRPr sz="5440" b="1"/>
            </a:lvl8pPr>
            <a:lvl9pPr marL="12435840" indent="0">
              <a:buNone/>
              <a:defRPr sz="5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1463" y="15364460"/>
            <a:ext cx="13152356" cy="22598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39112" y="10311133"/>
            <a:ext cx="13217129" cy="5053327"/>
          </a:xfrm>
        </p:spPr>
        <p:txBody>
          <a:bodyPr anchor="b"/>
          <a:lstStyle>
            <a:lvl1pPr marL="0" indent="0">
              <a:buNone/>
              <a:defRPr sz="8160" b="1"/>
            </a:lvl1pPr>
            <a:lvl2pPr marL="1554480" indent="0">
              <a:buNone/>
              <a:defRPr sz="6800" b="1"/>
            </a:lvl2pPr>
            <a:lvl3pPr marL="3108960" indent="0">
              <a:buNone/>
              <a:defRPr sz="6120" b="1"/>
            </a:lvl3pPr>
            <a:lvl4pPr marL="4663440" indent="0">
              <a:buNone/>
              <a:defRPr sz="5440" b="1"/>
            </a:lvl4pPr>
            <a:lvl5pPr marL="6217920" indent="0">
              <a:buNone/>
              <a:defRPr sz="5440" b="1"/>
            </a:lvl5pPr>
            <a:lvl6pPr marL="7772400" indent="0">
              <a:buNone/>
              <a:defRPr sz="5440" b="1"/>
            </a:lvl6pPr>
            <a:lvl7pPr marL="9326880" indent="0">
              <a:buNone/>
              <a:defRPr sz="5440" b="1"/>
            </a:lvl7pPr>
            <a:lvl8pPr marL="10881360" indent="0">
              <a:buNone/>
              <a:defRPr sz="5440" b="1"/>
            </a:lvl8pPr>
            <a:lvl9pPr marL="12435840" indent="0">
              <a:buNone/>
              <a:defRPr sz="5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39112" y="15364460"/>
            <a:ext cx="13217129" cy="22598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61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23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181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0" y="2804160"/>
            <a:ext cx="10027205" cy="9814560"/>
          </a:xfrm>
        </p:spPr>
        <p:txBody>
          <a:bodyPr anchor="b"/>
          <a:lstStyle>
            <a:lvl1pPr>
              <a:defRPr sz="10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17129" y="6056216"/>
            <a:ext cx="15739110" cy="29891567"/>
          </a:xfrm>
        </p:spPr>
        <p:txBody>
          <a:bodyPr/>
          <a:lstStyle>
            <a:lvl1pPr>
              <a:defRPr sz="10880"/>
            </a:lvl1pPr>
            <a:lvl2pPr>
              <a:defRPr sz="9520"/>
            </a:lvl2pPr>
            <a:lvl3pPr>
              <a:defRPr sz="8160"/>
            </a:lvl3pPr>
            <a:lvl4pPr>
              <a:defRPr sz="6800"/>
            </a:lvl4pPr>
            <a:lvl5pPr>
              <a:defRPr sz="6800"/>
            </a:lvl5pPr>
            <a:lvl6pPr>
              <a:defRPr sz="6800"/>
            </a:lvl6pPr>
            <a:lvl7pPr>
              <a:defRPr sz="6800"/>
            </a:lvl7pPr>
            <a:lvl8pPr>
              <a:defRPr sz="6800"/>
            </a:lvl8pPr>
            <a:lvl9pPr>
              <a:defRPr sz="6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0" y="12618720"/>
            <a:ext cx="10027205" cy="23377740"/>
          </a:xfrm>
        </p:spPr>
        <p:txBody>
          <a:bodyPr/>
          <a:lstStyle>
            <a:lvl1pPr marL="0" indent="0">
              <a:buNone/>
              <a:defRPr sz="5440"/>
            </a:lvl1pPr>
            <a:lvl2pPr marL="1554480" indent="0">
              <a:buNone/>
              <a:defRPr sz="4760"/>
            </a:lvl2pPr>
            <a:lvl3pPr marL="3108960" indent="0">
              <a:buNone/>
              <a:defRPr sz="4080"/>
            </a:lvl3pPr>
            <a:lvl4pPr marL="4663440" indent="0">
              <a:buNone/>
              <a:defRPr sz="3400"/>
            </a:lvl4pPr>
            <a:lvl5pPr marL="6217920" indent="0">
              <a:buNone/>
              <a:defRPr sz="3400"/>
            </a:lvl5pPr>
            <a:lvl6pPr marL="7772400" indent="0">
              <a:buNone/>
              <a:defRPr sz="3400"/>
            </a:lvl6pPr>
            <a:lvl7pPr marL="9326880" indent="0">
              <a:buNone/>
              <a:defRPr sz="3400"/>
            </a:lvl7pPr>
            <a:lvl8pPr marL="10881360" indent="0">
              <a:buNone/>
              <a:defRPr sz="3400"/>
            </a:lvl8pPr>
            <a:lvl9pPr marL="12435840" indent="0">
              <a:buNone/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993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0" y="2804160"/>
            <a:ext cx="10027205" cy="9814560"/>
          </a:xfrm>
        </p:spPr>
        <p:txBody>
          <a:bodyPr anchor="b"/>
          <a:lstStyle>
            <a:lvl1pPr>
              <a:defRPr sz="10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217129" y="6056216"/>
            <a:ext cx="15739110" cy="29891567"/>
          </a:xfrm>
        </p:spPr>
        <p:txBody>
          <a:bodyPr anchor="t"/>
          <a:lstStyle>
            <a:lvl1pPr marL="0" indent="0">
              <a:buNone/>
              <a:defRPr sz="10880"/>
            </a:lvl1pPr>
            <a:lvl2pPr marL="1554480" indent="0">
              <a:buNone/>
              <a:defRPr sz="9520"/>
            </a:lvl2pPr>
            <a:lvl3pPr marL="3108960" indent="0">
              <a:buNone/>
              <a:defRPr sz="8160"/>
            </a:lvl3pPr>
            <a:lvl4pPr marL="4663440" indent="0">
              <a:buNone/>
              <a:defRPr sz="6800"/>
            </a:lvl4pPr>
            <a:lvl5pPr marL="6217920" indent="0">
              <a:buNone/>
              <a:defRPr sz="6800"/>
            </a:lvl5pPr>
            <a:lvl6pPr marL="7772400" indent="0">
              <a:buNone/>
              <a:defRPr sz="6800"/>
            </a:lvl6pPr>
            <a:lvl7pPr marL="9326880" indent="0">
              <a:buNone/>
              <a:defRPr sz="6800"/>
            </a:lvl7pPr>
            <a:lvl8pPr marL="10881360" indent="0">
              <a:buNone/>
              <a:defRPr sz="6800"/>
            </a:lvl8pPr>
            <a:lvl9pPr marL="12435840" indent="0">
              <a:buNone/>
              <a:defRPr sz="6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0" y="12618720"/>
            <a:ext cx="10027205" cy="23377740"/>
          </a:xfrm>
        </p:spPr>
        <p:txBody>
          <a:bodyPr/>
          <a:lstStyle>
            <a:lvl1pPr marL="0" indent="0">
              <a:buNone/>
              <a:defRPr sz="5440"/>
            </a:lvl1pPr>
            <a:lvl2pPr marL="1554480" indent="0">
              <a:buNone/>
              <a:defRPr sz="4760"/>
            </a:lvl2pPr>
            <a:lvl3pPr marL="3108960" indent="0">
              <a:buNone/>
              <a:defRPr sz="4080"/>
            </a:lvl3pPr>
            <a:lvl4pPr marL="4663440" indent="0">
              <a:buNone/>
              <a:defRPr sz="3400"/>
            </a:lvl4pPr>
            <a:lvl5pPr marL="6217920" indent="0">
              <a:buNone/>
              <a:defRPr sz="3400"/>
            </a:lvl5pPr>
            <a:lvl6pPr marL="7772400" indent="0">
              <a:buNone/>
              <a:defRPr sz="3400"/>
            </a:lvl6pPr>
            <a:lvl7pPr marL="9326880" indent="0">
              <a:buNone/>
              <a:defRPr sz="3400"/>
            </a:lvl7pPr>
            <a:lvl8pPr marL="10881360" indent="0">
              <a:buNone/>
              <a:defRPr sz="3400"/>
            </a:lvl8pPr>
            <a:lvl9pPr marL="12435840" indent="0">
              <a:buNone/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4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4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248497" y="2239433"/>
            <a:ext cx="6703695" cy="356459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7412" y="2239433"/>
            <a:ext cx="19722465" cy="356459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53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7410" y="2239442"/>
            <a:ext cx="26814780" cy="813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7410" y="11197167"/>
            <a:ext cx="26814780" cy="26688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37410" y="38985623"/>
            <a:ext cx="699516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12149-A2A7-4D27-A1DF-D6C69584739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98430" y="38985623"/>
            <a:ext cx="1049274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957030" y="38985623"/>
            <a:ext cx="699516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6982C-BB39-4295-ACFA-F93BE00C6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22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108960" rtl="0" eaLnBrk="1" latinLnBrk="0" hangingPunct="1">
        <a:lnSpc>
          <a:spcPct val="90000"/>
        </a:lnSpc>
        <a:spcBef>
          <a:spcPct val="0"/>
        </a:spcBef>
        <a:buNone/>
        <a:defRPr sz="14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7240" indent="-777240" algn="l" defTabSz="3108960" rtl="0" eaLnBrk="1" latinLnBrk="0" hangingPunct="1">
        <a:lnSpc>
          <a:spcPct val="90000"/>
        </a:lnSpc>
        <a:spcBef>
          <a:spcPts val="3400"/>
        </a:spcBef>
        <a:buFont typeface="Arial" panose="020B0604020202020204" pitchFamily="34" charset="0"/>
        <a:buChar char="•"/>
        <a:defRPr sz="9520" kern="1200">
          <a:solidFill>
            <a:schemeClr val="tx1"/>
          </a:solidFill>
          <a:latin typeface="+mn-lt"/>
          <a:ea typeface="+mn-ea"/>
          <a:cs typeface="+mn-cs"/>
        </a:defRPr>
      </a:lvl1pPr>
      <a:lvl2pPr marL="2331720" indent="-777240" algn="l" defTabSz="3108960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8160" kern="1200">
          <a:solidFill>
            <a:schemeClr val="tx1"/>
          </a:solidFill>
          <a:latin typeface="+mn-lt"/>
          <a:ea typeface="+mn-ea"/>
          <a:cs typeface="+mn-cs"/>
        </a:defRPr>
      </a:lvl2pPr>
      <a:lvl3pPr marL="3886200" indent="-777240" algn="l" defTabSz="3108960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3pPr>
      <a:lvl4pPr marL="5440680" indent="-777240" algn="l" defTabSz="3108960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4pPr>
      <a:lvl5pPr marL="6995160" indent="-777240" algn="l" defTabSz="3108960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5pPr>
      <a:lvl6pPr marL="8549640" indent="-777240" algn="l" defTabSz="3108960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6pPr>
      <a:lvl7pPr marL="10104120" indent="-777240" algn="l" defTabSz="3108960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7pPr>
      <a:lvl8pPr marL="11658600" indent="-777240" algn="l" defTabSz="3108960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8pPr>
      <a:lvl9pPr marL="13213080" indent="-777240" algn="l" defTabSz="3108960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08960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1pPr>
      <a:lvl2pPr marL="1554480" algn="l" defTabSz="3108960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2pPr>
      <a:lvl3pPr marL="3108960" algn="l" defTabSz="3108960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0" algn="l" defTabSz="3108960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4pPr>
      <a:lvl5pPr marL="6217920" algn="l" defTabSz="3108960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5pPr>
      <a:lvl6pPr marL="7772400" algn="l" defTabSz="3108960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6pPr>
      <a:lvl7pPr marL="9326880" algn="l" defTabSz="3108960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7pPr>
      <a:lvl8pPr marL="10881360" algn="l" defTabSz="3108960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algn="l" defTabSz="3108960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052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Twarita Kasabe</dc:creator>
  <cp:lastModifiedBy>Twarita Kasabe</cp:lastModifiedBy>
  <cp:revision>18</cp:revision>
  <dcterms:created xsi:type="dcterms:W3CDTF">2026-05-20T05:14:22Z</dcterms:created>
  <dcterms:modified xsi:type="dcterms:W3CDTF">2026-05-20T09:13:46Z</dcterms:modified>
</cp:coreProperties>
</file>